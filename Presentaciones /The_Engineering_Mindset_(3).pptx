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9144000" cx="16256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jsVm2vMvnIQF9r+adkA7h7ZtD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Cambio de nombre la materia, mismo programa pero si voy a plantear un cambio de paradigma en la materia.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Siempre fue codear algoritmos, ahora vamos a pensar, razonar para codear con IA.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Vieja escuela vs nuevo paradigma en nuestra profesi</a:t>
            </a:r>
            <a:r>
              <a:rPr lang="en-US"/>
              <a:t>ón.</a:t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Pas</a:t>
            </a:r>
            <a:r>
              <a:rPr lang="en-US"/>
              <a:t>é por varias “olas” en el desarrollo.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First Mobile.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Metodologías</a:t>
            </a:r>
            <a:r>
              <a:rPr lang="en-US"/>
              <a:t> tradicionales a metodologías ágiles.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Cripto.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IA.</a:t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Preguntas para los alumnos levantado la mano.</a:t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Siempre tuve un gran desafio con esta materia, incluyendo cuando la curs</a:t>
            </a:r>
            <a:r>
              <a:rPr lang="en-US"/>
              <a:t>é hace 15 años. Nunca me pareció ubicada en el programa, ni tampoco me gustó.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Hoy en día con IA, creo que toma mucha mas relevancia esta materia que muchas de las otras por la necesidad de descomponer problemas y plantear algorimos.</a:t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Formato de la clases: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Miercoles teorico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-US"/>
              <a:t>Jueves 100% practico.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Equivocarse, tener bugs, etc es la mejor forma de aprender.</a:t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